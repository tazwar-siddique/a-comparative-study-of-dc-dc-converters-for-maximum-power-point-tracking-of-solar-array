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4" r:id="rId7"/>
    <p:sldId id="270" r:id="rId8"/>
    <p:sldId id="272" r:id="rId9"/>
    <p:sldId id="262" r:id="rId10"/>
    <p:sldId id="263" r:id="rId11"/>
    <p:sldId id="264" r:id="rId12"/>
    <p:sldId id="273" r:id="rId13"/>
    <p:sldId id="266" r:id="rId14"/>
    <p:sldId id="267" r:id="rId15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Light" panose="00000400000000000000" pitchFamily="2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DA6"/>
    <a:srgbClr val="61B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43" autoAdjust="0"/>
    <p:restoredTop sz="94660"/>
  </p:normalViewPr>
  <p:slideViewPr>
    <p:cSldViewPr snapToGrid="0">
      <p:cViewPr varScale="1">
        <p:scale>
          <a:sx n="91" d="100"/>
          <a:sy n="91" d="100"/>
        </p:scale>
        <p:origin x="2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9F86-7160-49FC-B7EA-AEA4224C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DB897-3307-45D0-8457-72B3AB421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AF0BB-6358-4FF5-AC91-0B41396B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8EC1-5701-4635-8591-73D157F4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ED75-25A2-4B2A-ABAD-8D982508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8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118B-4E16-40A6-9F3B-F688D180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195CC-0CA5-46B3-977F-F1BA330D6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B5E7-B067-4315-B8A7-515FE0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5B32-2EA1-4E95-890B-CCEBFBFC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5013-0934-4A4F-8AE1-0DF980E5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4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7F4E-A557-44BC-BA79-82D1AD7A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12F1A-88AB-4EBB-B116-B85BA14AF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BC90-8BFE-47C4-AA38-DFB88A28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E46B-2613-4710-AFE3-A413ECE7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38194-B8F7-43A1-8C88-D49F8EAF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22D0-A5FE-4531-ABA8-75524115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334A7-606F-4FAF-B06E-437F44B37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20A52-CEF4-4055-81BB-1805A35C9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C943D-F3F6-4CAE-B8B1-D65E3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3EE36-ABAC-4600-B87A-D92D78E5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5570-764F-4C47-86AD-43D6A40B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B55C-7159-4CC2-A806-84A2B5BD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C5247-1790-44F2-9609-AC58B844F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63513-154E-44E5-BCAE-E192EA6E3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5E768-CC82-4973-9A7F-035D00A89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B6A7F-CF14-4903-9896-ECAB1599F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5EB5A-0AFB-4769-9A36-A874EE9D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07520-06E6-4B14-9D18-3F9AF5E7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ECEAA-A874-4591-BE93-1E8A86DA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1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28D0-0871-425A-B98E-795A6229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A60B7-D347-49E9-8701-93AC8A40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D6F4-59E0-4FDD-B890-B9F71371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10654-8903-4E0E-BC35-57A4BB20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1E21E-7D09-4785-8AB2-7DC632E2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271C6-E98B-41BC-AD21-425E8F3D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07054-CD29-4E49-914F-B4941434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8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7E6D-E402-481B-B743-6FEA5D9B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608A-1E91-42AC-A144-7D6F3A19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315C7-6A90-4771-B38B-AEDA58CD9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8A799-CC11-4527-8345-888FA9D8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C03E2-1415-4032-A8A5-DA615902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DCCA8-637D-49D3-AD4A-776C61D8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F2CF-76C2-4D93-9C26-C66BFBA0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04B1C-312C-4E63-AF65-20A8E0BF2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992E-0170-46EA-A0C4-3938AF245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E099-2C80-4109-B2E4-BE2E60E1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02F3F-9582-45D6-822A-8D5395DB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2B10B-0031-4C40-BB3A-3B111B1B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8FE7-ED8A-4B54-A2EB-5379A99B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8DE82-604A-4B47-A9AE-1E3EFED4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100E-EA0E-4DDB-8A47-469D2CC1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9AA8-0A9F-4D04-A4BB-90BABAD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0A37-3CB7-4B1D-AE67-2E39D69C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3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7DE1A-FF02-46B1-BDAC-FFB66CDD7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E4A42-793C-4904-AFB5-119B12163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BA9D5-ADC1-4246-9F08-7754E42D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8537A-CD23-41DA-9347-6C7CB914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BEE8-1ED3-49C3-9791-4886CCD4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3B65D-B2A2-46DB-9F3C-2B067984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DFF4-859C-4FE2-86FC-09F2B474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9F476-8D8D-473E-8D10-447707C3A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39C36-C1EB-42C7-BCCC-0C33E589159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B877D-E3AE-44BC-A04B-1FF3B36A7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4C781-3283-40F5-A51D-D0BEF80DB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F684E-1B95-4161-882B-6878AF3C1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0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2E8FF2-F657-45A4-B0A2-4AB0C92E7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9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C9F21B-65EF-4EC3-B869-43657A87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6618"/>
            <a:ext cx="9144000" cy="2370197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rgbClr val="61BC47"/>
                </a:solidFill>
                <a:latin typeface="+mn-lt"/>
                <a:cs typeface="Arial" panose="020B0604020202020204" pitchFamily="34" charset="0"/>
              </a:rPr>
              <a:t>A Comparative Study of DC-DC Converters for Maximum Power Point Tracking of Solar Array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70567-60F2-4631-BA4E-54E2313E6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7959"/>
            <a:ext cx="9144000" cy="1655762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116DA6"/>
                </a:solidFill>
                <a:cs typeface="Poppins Light" panose="00000400000000000000" pitchFamily="50" charset="0"/>
              </a:rPr>
              <a:t>By: Tazwar Siddique</a:t>
            </a:r>
            <a:endParaRPr lang="en-US" sz="2000" dirty="0">
              <a:solidFill>
                <a:srgbClr val="116DA6"/>
              </a:solidFill>
              <a:cs typeface="Poppins Light" panose="00000400000000000000" pitchFamily="50" charset="0"/>
            </a:endParaRPr>
          </a:p>
          <a:p>
            <a:r>
              <a:rPr lang="en-US">
                <a:solidFill>
                  <a:srgbClr val="116DA6"/>
                </a:solidFill>
                <a:cs typeface="Poppins Light" panose="00000400000000000000" pitchFamily="50" charset="0"/>
              </a:rPr>
              <a:t>Military </a:t>
            </a:r>
            <a:r>
              <a:rPr lang="en-US" dirty="0">
                <a:solidFill>
                  <a:srgbClr val="116DA6"/>
                </a:solidFill>
                <a:cs typeface="Poppins Light" panose="00000400000000000000" pitchFamily="50" charset="0"/>
              </a:rPr>
              <a:t>Institute of Science and Technology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F61229-BFCF-93DD-9D08-8AEA3FB74A98}"/>
              </a:ext>
            </a:extLst>
          </p:cNvPr>
          <p:cNvSpPr txBox="1">
            <a:spLocks/>
          </p:cNvSpPr>
          <p:nvPr/>
        </p:nvSpPr>
        <p:spPr>
          <a:xfrm>
            <a:off x="1524000" y="5228728"/>
            <a:ext cx="9144000" cy="508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i="1" dirty="0">
              <a:solidFill>
                <a:srgbClr val="116DA6"/>
              </a:solidFill>
              <a:latin typeface="Poppins Light" panose="00000400000000000000" pitchFamily="50" charset="0"/>
              <a:cs typeface="Poppins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4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141"/>
    </mc:Choice>
    <mc:Fallback xmlns="">
      <p:transition spd="slow" advTm="481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38079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accent1"/>
                </a:solidFill>
                <a:cs typeface="Poppins" panose="00000500000000000000" pitchFamily="50" charset="0"/>
              </a:rPr>
              <a:t>Combatting climate change through renewable energy revolution.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accent1"/>
                </a:solidFill>
                <a:cs typeface="Poppins" panose="00000500000000000000" pitchFamily="50" charset="0"/>
              </a:rPr>
              <a:t>Maximizing solar power with advanced MPPT techniques.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accent1"/>
                </a:solidFill>
                <a:cs typeface="Poppins" panose="00000500000000000000" pitchFamily="50" charset="0"/>
              </a:rPr>
              <a:t>Unveiling strengths and weaknesses of top DC-DC converters.</a:t>
            </a:r>
            <a:endParaRPr lang="en-US" sz="3200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3000" dirty="0">
              <a:solidFill>
                <a:schemeClr val="accent1"/>
              </a:solidFill>
              <a:cs typeface="Poppin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7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544"/>
    </mc:Choice>
    <mc:Fallback xmlns="">
      <p:transition spd="slow" advTm="705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5776" cy="38079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cs typeface="Poppins" panose="00000500000000000000" pitchFamily="50" charset="0"/>
              </a:rPr>
              <a:t>Comparing five DC-DC converters for optimal solar power tracking.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cs typeface="Poppins" panose="00000500000000000000" pitchFamily="50" charset="0"/>
              </a:rPr>
              <a:t>Assessing efficiency, speed, and ripple under varying conditions.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/>
                </a:solidFill>
                <a:cs typeface="Poppins" panose="00000500000000000000" pitchFamily="50" charset="0"/>
              </a:rPr>
              <a:t>Revealing the best converter for PV systems.</a:t>
            </a:r>
          </a:p>
        </p:txBody>
      </p:sp>
    </p:spTree>
    <p:extLst>
      <p:ext uri="{BB962C8B-B14F-4D97-AF65-F5344CB8AC3E}">
        <p14:creationId xmlns:p14="http://schemas.microsoft.com/office/powerpoint/2010/main" val="166794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55"/>
    </mc:Choice>
    <mc:Fallback xmlns="">
      <p:transition spd="slow" advTm="5365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742"/>
            <a:ext cx="10675776" cy="4228334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500" b="1" dirty="0">
                <a:solidFill>
                  <a:schemeClr val="accent6"/>
                </a:solidFill>
                <a:cs typeface="Poppins" panose="00000500000000000000" pitchFamily="50" charset="0"/>
              </a:rPr>
              <a:t>System Model</a:t>
            </a:r>
            <a:r>
              <a:rPr lang="en-US" sz="2500" dirty="0">
                <a:solidFill>
                  <a:schemeClr val="accent1"/>
                </a:solidFill>
                <a:cs typeface="Poppins" panose="00000500000000000000" pitchFamily="50" charset="0"/>
              </a:rPr>
              <a:t>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accent1"/>
                </a:solidFill>
                <a:cs typeface="Poppins" panose="00000500000000000000" pitchFamily="50" charset="0"/>
              </a:rPr>
              <a:t>PV Array 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accent1"/>
                </a:solidFill>
                <a:cs typeface="Poppins" panose="00000500000000000000" pitchFamily="50" charset="0"/>
              </a:rPr>
              <a:t>MPPT Controller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chemeClr val="accent1"/>
                </a:solidFill>
                <a:cs typeface="Poppins" panose="00000500000000000000" pitchFamily="50" charset="0"/>
              </a:rPr>
              <a:t>DC-DC Converters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100" dirty="0">
                <a:solidFill>
                  <a:schemeClr val="accent1"/>
                </a:solidFill>
                <a:cs typeface="Poppins" panose="00000500000000000000" pitchFamily="50" charset="0"/>
              </a:rPr>
              <a:t> Boost, Buck-Boost, Cuk, SEPIC, Zeta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EEE1AE-8DB8-1345-0DEB-96557D616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178" y="1335537"/>
            <a:ext cx="5486585" cy="3200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5C6E09-3DC7-D0B5-710E-E48011E79FFB}"/>
              </a:ext>
            </a:extLst>
          </p:cNvPr>
          <p:cNvSpPr txBox="1"/>
          <p:nvPr/>
        </p:nvSpPr>
        <p:spPr>
          <a:xfrm>
            <a:off x="6650831" y="4637250"/>
            <a:ext cx="370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Block Diagram of System Model</a:t>
            </a:r>
          </a:p>
        </p:txBody>
      </p:sp>
    </p:spTree>
    <p:extLst>
      <p:ext uri="{BB962C8B-B14F-4D97-AF65-F5344CB8AC3E}">
        <p14:creationId xmlns:p14="http://schemas.microsoft.com/office/powerpoint/2010/main" val="224087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51"/>
    </mc:Choice>
    <mc:Fallback xmlns="">
      <p:transition spd="slow" advTm="5495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169"/>
            <a:ext cx="10675776" cy="38079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chemeClr val="accent6"/>
                </a:solidFill>
                <a:cs typeface="Poppins" panose="00000500000000000000" pitchFamily="50" charset="0"/>
              </a:rPr>
              <a:t>2.</a:t>
            </a:r>
            <a:r>
              <a:rPr lang="en-US" sz="2400" b="1" dirty="0">
                <a:solidFill>
                  <a:schemeClr val="accent6"/>
                </a:solidFill>
                <a:cs typeface="Poppins" panose="00000500000000000000" pitchFamily="50" charset="0"/>
              </a:rPr>
              <a:t> Simulation Scenarios</a:t>
            </a:r>
            <a:r>
              <a:rPr lang="en-US" sz="2400" dirty="0">
                <a:solidFill>
                  <a:schemeClr val="accent1"/>
                </a:solidFill>
                <a:cs typeface="Poppins" panose="00000500000000000000" pitchFamily="50" charset="0"/>
              </a:rPr>
              <a:t>	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/>
                </a:solidFill>
                <a:cs typeface="Poppins" panose="00000500000000000000" pitchFamily="50" charset="0"/>
              </a:rPr>
              <a:t>Standard: 1000 W/m², 25°C.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/>
                </a:solidFill>
                <a:cs typeface="Poppins" panose="00000500000000000000" pitchFamily="50" charset="0"/>
              </a:rPr>
              <a:t>Low Irradiance: 500 W/m², 25°C.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accent1"/>
                </a:solidFill>
                <a:cs typeface="Poppins" panose="00000500000000000000" pitchFamily="50" charset="0"/>
              </a:rPr>
              <a:t>High Temperature: 1000 W/m², 50°C.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8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59"/>
    </mc:Choice>
    <mc:Fallback xmlns="">
      <p:transition spd="slow" advTm="5485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169"/>
            <a:ext cx="10675776" cy="38079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chemeClr val="accent1"/>
                </a:solidFill>
                <a:cs typeface="Poppins" panose="00000500000000000000" pitchFamily="50" charset="0"/>
              </a:rPr>
              <a:t>Boost Converter:				Buck-Boost Converter: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500" b="1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b="1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C16A41-B009-40F1-BEFB-0D15E29B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81" y="2202776"/>
            <a:ext cx="5651119" cy="2365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D47BD2-4600-41D3-885F-157E21573126}"/>
              </a:ext>
            </a:extLst>
          </p:cNvPr>
          <p:cNvSpPr txBox="1"/>
          <p:nvPr/>
        </p:nvSpPr>
        <p:spPr>
          <a:xfrm>
            <a:off x="1449657" y="4696850"/>
            <a:ext cx="3707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Boost Converter Simulink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7933A-E64C-BC25-9E00-5873A7179A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808" y="2241003"/>
            <a:ext cx="5617681" cy="2284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5D2A41-DABC-EEBC-1D5D-BC0DCDD18838}"/>
              </a:ext>
            </a:extLst>
          </p:cNvPr>
          <p:cNvSpPr txBox="1"/>
          <p:nvPr/>
        </p:nvSpPr>
        <p:spPr>
          <a:xfrm>
            <a:off x="7034821" y="4696850"/>
            <a:ext cx="431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Buck-Boost Converter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139223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05"/>
    </mc:Choice>
    <mc:Fallback xmlns="">
      <p:transition spd="slow" advTm="3250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510" y="0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79"/>
            <a:ext cx="10675776" cy="38535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chemeClr val="accent1"/>
                </a:solidFill>
                <a:cs typeface="Poppins" panose="00000500000000000000" pitchFamily="50" charset="0"/>
              </a:rPr>
              <a:t>Cuk Converter:				SEPIC Converter: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500" b="1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b="1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47BD2-4600-41D3-885F-157E21573126}"/>
              </a:ext>
            </a:extLst>
          </p:cNvPr>
          <p:cNvSpPr txBox="1"/>
          <p:nvPr/>
        </p:nvSpPr>
        <p:spPr>
          <a:xfrm>
            <a:off x="1402119" y="4669676"/>
            <a:ext cx="431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Cuk Converter Simulink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F783B-A629-47BD-9A44-3E6189CB6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" y="2271629"/>
            <a:ext cx="5836081" cy="21237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36801F-4367-633C-596B-1597261A7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78" y="2256269"/>
            <a:ext cx="5715259" cy="2135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61F841-643D-DCED-4A63-B6C6E46CD299}"/>
              </a:ext>
            </a:extLst>
          </p:cNvPr>
          <p:cNvSpPr txBox="1"/>
          <p:nvPr/>
        </p:nvSpPr>
        <p:spPr>
          <a:xfrm>
            <a:off x="7627690" y="4669676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Fig: SEPIC Converter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399271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60"/>
    </mc:Choice>
    <mc:Fallback xmlns="">
      <p:transition spd="slow" advTm="1206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510" y="0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97DE-B24F-41DB-AB59-112FB39C5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79"/>
            <a:ext cx="10675776" cy="38535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chemeClr val="accent1"/>
                </a:solidFill>
                <a:cs typeface="Poppins" panose="00000500000000000000" pitchFamily="50" charset="0"/>
              </a:rPr>
              <a:t>Zeta Converter: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500" b="1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solidFill>
                <a:schemeClr val="accent1"/>
              </a:solidFill>
              <a:cs typeface="Poppins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47BD2-4600-41D3-885F-157E21573126}"/>
              </a:ext>
            </a:extLst>
          </p:cNvPr>
          <p:cNvSpPr txBox="1"/>
          <p:nvPr/>
        </p:nvSpPr>
        <p:spPr>
          <a:xfrm>
            <a:off x="4162097" y="5171089"/>
            <a:ext cx="431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Zeta Converter Simulink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9DDCB-F8D5-4B10-9AC1-698EF5E71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24" y="1807780"/>
            <a:ext cx="9383004" cy="336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1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95"/>
    </mc:Choice>
    <mc:Fallback xmlns="">
      <p:transition spd="slow" advTm="2999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 Result and Analysis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BCB06E5-712C-48B5-8766-44D174CFB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51" y="1335087"/>
            <a:ext cx="4971393" cy="3121299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410A92-F6A1-409F-BBF0-703F66119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07" y="1335087"/>
            <a:ext cx="5044965" cy="31212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310BF2-FE07-412E-92D3-DDA5D4480764}"/>
              </a:ext>
            </a:extLst>
          </p:cNvPr>
          <p:cNvSpPr txBox="1"/>
          <p:nvPr/>
        </p:nvSpPr>
        <p:spPr>
          <a:xfrm>
            <a:off x="1123251" y="4614041"/>
            <a:ext cx="436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Response curve of Boost Converter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4937E-7525-4E63-AEEA-11547FC0E5C0}"/>
              </a:ext>
            </a:extLst>
          </p:cNvPr>
          <p:cNvSpPr txBox="1"/>
          <p:nvPr/>
        </p:nvSpPr>
        <p:spPr>
          <a:xfrm>
            <a:off x="6382407" y="4614041"/>
            <a:ext cx="4686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Response curve of Buck-Boost Converter </a:t>
            </a:r>
          </a:p>
        </p:txBody>
      </p:sp>
    </p:spTree>
    <p:extLst>
      <p:ext uri="{BB962C8B-B14F-4D97-AF65-F5344CB8AC3E}">
        <p14:creationId xmlns:p14="http://schemas.microsoft.com/office/powerpoint/2010/main" val="310465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32"/>
    </mc:Choice>
    <mc:Fallback xmlns="">
      <p:transition spd="slow" advTm="3663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 Result and Analysis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10BF2-FE07-412E-92D3-DDA5D4480764}"/>
              </a:ext>
            </a:extLst>
          </p:cNvPr>
          <p:cNvSpPr txBox="1"/>
          <p:nvPr/>
        </p:nvSpPr>
        <p:spPr>
          <a:xfrm>
            <a:off x="1123251" y="4614041"/>
            <a:ext cx="4163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Response curve of Cuk Converter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4937E-7525-4E63-AEEA-11547FC0E5C0}"/>
              </a:ext>
            </a:extLst>
          </p:cNvPr>
          <p:cNvSpPr txBox="1"/>
          <p:nvPr/>
        </p:nvSpPr>
        <p:spPr>
          <a:xfrm>
            <a:off x="6382406" y="4614041"/>
            <a:ext cx="497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Response curve of SEPIC Converter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E43F91-4AE9-4F62-9033-989666051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28" y="1335087"/>
            <a:ext cx="5425628" cy="312129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68C4F5-3EFA-4521-BBE3-A94E9516F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06" y="1335087"/>
            <a:ext cx="4971394" cy="312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6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32"/>
    </mc:Choice>
    <mc:Fallback xmlns="">
      <p:transition spd="slow" advTm="264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 Result and Analysis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10BF2-FE07-412E-92D3-DDA5D4480764}"/>
              </a:ext>
            </a:extLst>
          </p:cNvPr>
          <p:cNvSpPr txBox="1"/>
          <p:nvPr/>
        </p:nvSpPr>
        <p:spPr>
          <a:xfrm>
            <a:off x="4196849" y="4540469"/>
            <a:ext cx="3959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Response curve of Zeta Converter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4937E-7525-4E63-AEEA-11547FC0E5C0}"/>
              </a:ext>
            </a:extLst>
          </p:cNvPr>
          <p:cNvSpPr txBox="1"/>
          <p:nvPr/>
        </p:nvSpPr>
        <p:spPr>
          <a:xfrm>
            <a:off x="6382406" y="4540469"/>
            <a:ext cx="34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96F3D6-461B-4287-A9C7-62D62E9E0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913" y="1333331"/>
            <a:ext cx="4971395" cy="3047727"/>
          </a:xfrm>
        </p:spPr>
      </p:pic>
    </p:spTree>
    <p:extLst>
      <p:ext uri="{BB962C8B-B14F-4D97-AF65-F5344CB8AC3E}">
        <p14:creationId xmlns:p14="http://schemas.microsoft.com/office/powerpoint/2010/main" val="325690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42"/>
    </mc:Choice>
    <mc:Fallback xmlns="">
      <p:transition spd="slow" advTm="1374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 Result and Analysis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4937E-7525-4E63-AEEA-11547FC0E5C0}"/>
              </a:ext>
            </a:extLst>
          </p:cNvPr>
          <p:cNvSpPr txBox="1"/>
          <p:nvPr/>
        </p:nvSpPr>
        <p:spPr>
          <a:xfrm>
            <a:off x="6382406" y="4540469"/>
            <a:ext cx="34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C77F9BE-3A33-414B-A405-916F97495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2764" y="2051560"/>
            <a:ext cx="7399283" cy="340683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323DF9-9B8F-4329-9A4E-11C69A953BFB}"/>
              </a:ext>
            </a:extLst>
          </p:cNvPr>
          <p:cNvSpPr txBox="1"/>
          <p:nvPr/>
        </p:nvSpPr>
        <p:spPr>
          <a:xfrm>
            <a:off x="935421" y="1399609"/>
            <a:ext cx="8870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Performance Metrics of DC-DC Converters:</a:t>
            </a:r>
          </a:p>
        </p:txBody>
      </p:sp>
    </p:spTree>
    <p:extLst>
      <p:ext uri="{BB962C8B-B14F-4D97-AF65-F5344CB8AC3E}">
        <p14:creationId xmlns:p14="http://schemas.microsoft.com/office/powerpoint/2010/main" val="228239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835"/>
    </mc:Choice>
    <mc:Fallback xmlns="">
      <p:transition spd="slow" advTm="6183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57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  <a:latin typeface="+mn-lt"/>
                <a:cs typeface="Poppins SemiBold" panose="00000700000000000000" pitchFamily="50" charset="0"/>
              </a:rPr>
              <a:t>Conclusion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10BF2-FE07-412E-92D3-DDA5D4480764}"/>
              </a:ext>
            </a:extLst>
          </p:cNvPr>
          <p:cNvSpPr txBox="1"/>
          <p:nvPr/>
        </p:nvSpPr>
        <p:spPr>
          <a:xfrm>
            <a:off x="1123251" y="4614041"/>
            <a:ext cx="321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4937E-7525-4E63-AEEA-11547FC0E5C0}"/>
              </a:ext>
            </a:extLst>
          </p:cNvPr>
          <p:cNvSpPr txBox="1"/>
          <p:nvPr/>
        </p:nvSpPr>
        <p:spPr>
          <a:xfrm>
            <a:off x="6382406" y="4540469"/>
            <a:ext cx="34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7CEB6C-9B6C-41B6-BC02-8C688D726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Boost converter </a:t>
            </a:r>
            <a:r>
              <a:rPr lang="en-US" dirty="0"/>
              <a:t>offers highest efficiency, best for stable conditions.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Zeta and Buck-Boost </a:t>
            </a:r>
            <a:r>
              <a:rPr lang="en-US" dirty="0"/>
              <a:t>provide balanced efficiency and stability, ideal for varying conditions.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Zeta</a:t>
            </a:r>
            <a:r>
              <a:rPr lang="en-US" dirty="0"/>
              <a:t> has the lowest ripple, making it highly stable.	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Converter choice should match </a:t>
            </a:r>
            <a:r>
              <a:rPr lang="en-US" dirty="0">
                <a:solidFill>
                  <a:schemeClr val="accent1"/>
                </a:solidFill>
              </a:rPr>
              <a:t>environmental conditions </a:t>
            </a:r>
            <a:r>
              <a:rPr lang="en-US" dirty="0"/>
              <a:t>for optimal PV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6448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06"/>
    </mc:Choice>
    <mc:Fallback xmlns="">
      <p:transition spd="slow" advTm="5240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C13912-C603-4E50-8982-760059321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5"/>
            <a:ext cx="12189288" cy="6856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7BD7C-189C-4AD8-A8BE-6714776F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793" y="2509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10BF2-FE07-412E-92D3-DDA5D4480764}"/>
              </a:ext>
            </a:extLst>
          </p:cNvPr>
          <p:cNvSpPr txBox="1"/>
          <p:nvPr/>
        </p:nvSpPr>
        <p:spPr>
          <a:xfrm>
            <a:off x="1123251" y="4614041"/>
            <a:ext cx="321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4937E-7525-4E63-AEEA-11547FC0E5C0}"/>
              </a:ext>
            </a:extLst>
          </p:cNvPr>
          <p:cNvSpPr txBox="1"/>
          <p:nvPr/>
        </p:nvSpPr>
        <p:spPr>
          <a:xfrm>
            <a:off x="6382406" y="4540469"/>
            <a:ext cx="34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9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84"/>
    </mc:Choice>
    <mc:Fallback xmlns="">
      <p:transition spd="slow" advTm="2728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323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Poppins</vt:lpstr>
      <vt:lpstr>Calibri Light</vt:lpstr>
      <vt:lpstr>Arial</vt:lpstr>
      <vt:lpstr>Calibri</vt:lpstr>
      <vt:lpstr>Poppins Light</vt:lpstr>
      <vt:lpstr>Courier New</vt:lpstr>
      <vt:lpstr>Office Theme</vt:lpstr>
      <vt:lpstr>A Comparative Study of DC-DC Converters for Maximum Power Point Tracking of Solar Array</vt:lpstr>
      <vt:lpstr>Motivation </vt:lpstr>
      <vt:lpstr>Research Objectives</vt:lpstr>
      <vt:lpstr>Methodology</vt:lpstr>
      <vt:lpstr>Methodology</vt:lpstr>
      <vt:lpstr>Methodology</vt:lpstr>
      <vt:lpstr>Methodology</vt:lpstr>
      <vt:lpstr>Methodology</vt:lpstr>
      <vt:lpstr> Result and Analysis </vt:lpstr>
      <vt:lpstr> Result and Analysis </vt:lpstr>
      <vt:lpstr> Result and Analysis </vt:lpstr>
      <vt:lpstr> Result and Analysis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EXAMPLE</dc:title>
  <dc:creator>Hough,Mackenzie C</dc:creator>
  <cp:lastModifiedBy>tazwar siddique</cp:lastModifiedBy>
  <cp:revision>36</cp:revision>
  <dcterms:created xsi:type="dcterms:W3CDTF">2020-06-04T14:26:59Z</dcterms:created>
  <dcterms:modified xsi:type="dcterms:W3CDTF">2025-01-03T09:48:09Z</dcterms:modified>
</cp:coreProperties>
</file>